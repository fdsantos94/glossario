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797F81"/>
    <a:srgbClr val="F4F4F4"/>
    <a:srgbClr val="5B5B5B"/>
    <a:srgbClr val="002B82"/>
    <a:srgbClr val="2B2A2A"/>
    <a:srgbClr val="ACACAC"/>
    <a:srgbClr val="293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45964-7D6E-4F4D-B998-660FA876C2F4}" v="84" dt="2024-03-07T19:26:08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88" autoAdjust="0"/>
    <p:restoredTop sz="88976" autoAdjust="0"/>
  </p:normalViewPr>
  <p:slideViewPr>
    <p:cSldViewPr snapToGrid="0">
      <p:cViewPr varScale="1">
        <p:scale>
          <a:sx n="75" d="100"/>
          <a:sy n="75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205BE-0823-A260-589A-04390DB15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E6D49B-0657-9A20-657D-2BC5937DF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FF681C-59AF-441A-D151-1131D075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0E06D3-3D02-DEE9-3275-410FCFAC6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26AD7B-ABA4-D5DE-953B-8D734FB3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06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DEC52-50D0-1D56-38F2-1C4ACD84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891A75-116D-9FE0-51BB-52A27B948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21698E-FB39-24E6-E23C-94145804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A8D642-412F-784E-CF7F-85C36D5B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5F752-FCFC-3328-3CA2-A6B8E9CB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23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AB545-96C9-87D0-82D3-76E87392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33E0F3-74B9-F2C3-B42C-6E2B7D84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BB7BBD-D2FD-7570-5827-0E1A1523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02D821-8FEA-0BF7-372A-381A977D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D3F460-E6D0-7EE1-478B-BEE377DC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1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60EB1-FBBC-2CD2-DAC3-5E60384B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C7E9CB-6F74-4CA1-B38F-98C4CEC6B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DD5F41-275C-D890-276F-FD48C4BCD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B32E69-F361-E8B1-B91F-C874D7A63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B05BE6-982D-A239-3E30-88CCE59D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164F65-948B-2243-0AA8-EADB74C0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61FA3-1EF9-9414-FB2D-3E308BAF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58F2C7-5EF7-D281-A925-68D018508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E248EF-6D4B-D87A-B7F7-A038AA202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1FD62C-744D-26F6-F23F-94DBFE516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C52174-CF94-35E0-EB80-09AE386A9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C29DE5-4802-C7FC-8308-F8EC0A9D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310CE1-F91F-4A55-28DA-5CFE9E5A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ABDAC6-B1F2-C7F0-6373-643AAAAE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94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47EC9-E04C-089E-EF4A-D7E15EE4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996C81-E866-1EF2-DB04-EBA559F8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097BA65-4156-2784-B85E-DEA2285D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2347CC-AB02-6A2A-1EBA-D3847F9D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192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29AC72-804C-5054-1A85-BEFC6AFD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071D9B-9042-238B-830E-F056520E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6FD96B-9409-7E8A-9D7A-32C56B81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80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74B84-3291-A5BF-A003-5B49051D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76FAAE-B02D-65C7-4CA2-56DE3F14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C56A78-C2C5-B16C-2A7F-3BD50EDE9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D5BE90-76D4-9C84-455C-2833E148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A35351-A6F7-6A70-6664-DFB19CA6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A64603-7902-F29F-D2DD-6A889BFF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76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14E98-2784-AC22-D193-08E67E33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87D6E5-8C1F-7F12-91C3-3E753560E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EB2B0B-9D06-549A-7F3A-F4F45A8D1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6CAA17-5A1B-AEB3-FD51-22DD512E9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9E6162-718B-FF12-974A-709750F0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E84063-B19E-2BF2-D22C-7B550873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78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20538-AF6F-5AC5-9BE0-9DE13C17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54A608-A8AF-B2F4-EABB-632EF7067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52582F-2F00-2A50-FDD0-8CA24E98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FF7D02-D696-11D8-9EA6-C034243B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6F2ACD-B403-874F-9060-321FA2DB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69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0146E6-FD77-4B69-257B-09226E53A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7E5C2F-AF6C-32E4-2195-B6595B843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3BE286-5DDB-3FAD-0BCB-7EB00816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F4839-E4B8-63D4-2F82-455E5D3D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5AE187-1D85-414B-5EA7-79A68E43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56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B4535B-CBC6-77C6-533A-6FF0C14A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24E945-C5B1-4DF9-13D5-4DECE6B6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32CE34-8336-CE38-0F84-EC04B5CF7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E18D0-C7BA-4B76-8B4E-0D3877B58FD3}" type="datetimeFigureOut">
              <a:rPr lang="pt-BR" smtClean="0"/>
              <a:t>27/03/2024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F405D4-13F9-CDC2-29C2-94BB36F7F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36EE8D-D4EC-8331-0995-E36EE3DCC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58B19-9EF8-43CA-B3A3-4D65E99BA7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01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CEB1-540A-6A61-010B-A502FDED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723490D-AB64-F2AA-4279-0A9FA012D5C7}"/>
              </a:ext>
            </a:extLst>
          </p:cNvPr>
          <p:cNvSpPr/>
          <p:nvPr/>
        </p:nvSpPr>
        <p:spPr>
          <a:xfrm>
            <a:off x="2898790" y="595945"/>
            <a:ext cx="6178943" cy="6050017"/>
          </a:xfrm>
          <a:prstGeom prst="roundRect">
            <a:avLst>
              <a:gd name="adj" fmla="val 0"/>
            </a:avLst>
          </a:prstGeom>
          <a:gradFill flip="none" rotWithShape="1">
            <a:gsLst>
              <a:gs pos="42000">
                <a:schemeClr val="bg1">
                  <a:lumMod val="95000"/>
                </a:schemeClr>
              </a:gs>
              <a:gs pos="58000">
                <a:schemeClr val="bg1">
                  <a:lumMod val="85000"/>
                </a:schemeClr>
              </a:gs>
              <a:gs pos="83000">
                <a:schemeClr val="bg2"/>
              </a:gs>
            </a:gsLst>
            <a:lin ang="13500000" scaled="1"/>
            <a:tileRect/>
          </a:gradFill>
          <a:ln w="3175">
            <a:solidFill>
              <a:schemeClr val="tx2">
                <a:lumMod val="50000"/>
                <a:alpha val="40000"/>
              </a:schemeClr>
            </a:solidFill>
          </a:ln>
          <a:effectLst>
            <a:outerShdw blurRad="38100" dist="381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48B96E8-F267-207B-FE8D-11F0677C406A}"/>
              </a:ext>
            </a:extLst>
          </p:cNvPr>
          <p:cNvSpPr/>
          <p:nvPr/>
        </p:nvSpPr>
        <p:spPr>
          <a:xfrm>
            <a:off x="2898790" y="1041831"/>
            <a:ext cx="6178943" cy="5604132"/>
          </a:xfrm>
          <a:prstGeom prst="roundRect">
            <a:avLst>
              <a:gd name="adj" fmla="val 0"/>
            </a:avLst>
          </a:prstGeom>
          <a:solidFill>
            <a:schemeClr val="bg1">
              <a:alpha val="55000"/>
            </a:schemeClr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5D3814-2D0C-DFC1-DFC7-F02E30E29840}"/>
              </a:ext>
            </a:extLst>
          </p:cNvPr>
          <p:cNvSpPr txBox="1"/>
          <p:nvPr/>
        </p:nvSpPr>
        <p:spPr>
          <a:xfrm>
            <a:off x="3076646" y="646425"/>
            <a:ext cx="29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2">
                    <a:lumMod val="10000"/>
                  </a:schemeClr>
                </a:solidFill>
                <a:latin typeface="Arial Nova Light" panose="020B0304020202020204" pitchFamily="34" charset="0"/>
              </a:rPr>
              <a:t>Glossário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EEDC0B-7341-0289-52E7-3B28F5230BC1}"/>
              </a:ext>
            </a:extLst>
          </p:cNvPr>
          <p:cNvSpPr/>
          <p:nvPr/>
        </p:nvSpPr>
        <p:spPr>
          <a:xfrm>
            <a:off x="3076647" y="1616156"/>
            <a:ext cx="5848236" cy="48774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327F6A6-9709-5C67-C6B6-D19B50935264}"/>
              </a:ext>
            </a:extLst>
          </p:cNvPr>
          <p:cNvGrpSpPr/>
          <p:nvPr/>
        </p:nvGrpSpPr>
        <p:grpSpPr>
          <a:xfrm>
            <a:off x="6060506" y="849333"/>
            <a:ext cx="1741728" cy="694885"/>
            <a:chOff x="5516226" y="870004"/>
            <a:chExt cx="1741728" cy="646331"/>
          </a:xfrm>
        </p:grpSpPr>
        <p:sp>
          <p:nvSpPr>
            <p:cNvPr id="2" name="Forma Livre: Forma 1">
              <a:extLst>
                <a:ext uri="{FF2B5EF4-FFF2-40B4-BE49-F238E27FC236}">
                  <a16:creationId xmlns:a16="http://schemas.microsoft.com/office/drawing/2014/main" id="{D6E34D24-25B1-0682-A21A-A6E602CC195F}"/>
                </a:ext>
              </a:extLst>
            </p:cNvPr>
            <p:cNvSpPr/>
            <p:nvPr/>
          </p:nvSpPr>
          <p:spPr>
            <a:xfrm flipV="1">
              <a:off x="5516226" y="870004"/>
              <a:ext cx="1741728" cy="646331"/>
            </a:xfrm>
            <a:custGeom>
              <a:avLst/>
              <a:gdLst>
                <a:gd name="connsiteX0" fmla="*/ 54437 w 3955271"/>
                <a:gd name="connsiteY0" fmla="*/ 0 h 1686144"/>
                <a:gd name="connsiteX1" fmla="*/ 3539663 w 3955271"/>
                <a:gd name="connsiteY1" fmla="*/ 0 h 1686144"/>
                <a:gd name="connsiteX2" fmla="*/ 3594100 w 3955271"/>
                <a:gd name="connsiteY2" fmla="*/ 54437 h 1686144"/>
                <a:gd name="connsiteX3" fmla="*/ 3594100 w 3955271"/>
                <a:gd name="connsiteY3" fmla="*/ 284301 h 1686144"/>
                <a:gd name="connsiteX4" fmla="*/ 3594100 w 3955271"/>
                <a:gd name="connsiteY4" fmla="*/ 985220 h 1686144"/>
                <a:gd name="connsiteX5" fmla="*/ 3955271 w 3955271"/>
                <a:gd name="connsiteY5" fmla="*/ 968375 h 1686144"/>
                <a:gd name="connsiteX6" fmla="*/ 3594100 w 3955271"/>
                <a:gd name="connsiteY6" fmla="*/ 1405774 h 1686144"/>
                <a:gd name="connsiteX7" fmla="*/ 3594100 w 3955271"/>
                <a:gd name="connsiteY7" fmla="*/ 1627781 h 1686144"/>
                <a:gd name="connsiteX8" fmla="*/ 3539663 w 3955271"/>
                <a:gd name="connsiteY8" fmla="*/ 1682218 h 1686144"/>
                <a:gd name="connsiteX9" fmla="*/ 3352670 w 3955271"/>
                <a:gd name="connsiteY9" fmla="*/ 1682218 h 1686144"/>
                <a:gd name="connsiteX10" fmla="*/ 3313725 w 3955271"/>
                <a:gd name="connsiteY10" fmla="*/ 1686144 h 1686144"/>
                <a:gd name="connsiteX11" fmla="*/ 2995083 w 3955271"/>
                <a:gd name="connsiteY11" fmla="*/ 1686144 h 1686144"/>
                <a:gd name="connsiteX12" fmla="*/ 2096558 w 3955271"/>
                <a:gd name="connsiteY12" fmla="*/ 1686144 h 1686144"/>
                <a:gd name="connsiteX13" fmla="*/ 280375 w 3955271"/>
                <a:gd name="connsiteY13" fmla="*/ 1686144 h 1686144"/>
                <a:gd name="connsiteX14" fmla="*/ 241430 w 3955271"/>
                <a:gd name="connsiteY14" fmla="*/ 1682218 h 1686144"/>
                <a:gd name="connsiteX15" fmla="*/ 54437 w 3955271"/>
                <a:gd name="connsiteY15" fmla="*/ 1682218 h 1686144"/>
                <a:gd name="connsiteX16" fmla="*/ 0 w 3955271"/>
                <a:gd name="connsiteY16" fmla="*/ 1627781 h 1686144"/>
                <a:gd name="connsiteX17" fmla="*/ 0 w 3955271"/>
                <a:gd name="connsiteY17" fmla="*/ 1405774 h 1686144"/>
                <a:gd name="connsiteX18" fmla="*/ 0 w 3955271"/>
                <a:gd name="connsiteY18" fmla="*/ 1405769 h 1686144"/>
                <a:gd name="connsiteX19" fmla="*/ 0 w 3955271"/>
                <a:gd name="connsiteY19" fmla="*/ 985220 h 1686144"/>
                <a:gd name="connsiteX20" fmla="*/ 0 w 3955271"/>
                <a:gd name="connsiteY20" fmla="*/ 284301 h 1686144"/>
                <a:gd name="connsiteX21" fmla="*/ 0 w 3955271"/>
                <a:gd name="connsiteY21" fmla="*/ 54437 h 1686144"/>
                <a:gd name="connsiteX22" fmla="*/ 54437 w 3955271"/>
                <a:gd name="connsiteY22" fmla="*/ 0 h 168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55271" h="1686144">
                  <a:moveTo>
                    <a:pt x="54437" y="0"/>
                  </a:moveTo>
                  <a:lnTo>
                    <a:pt x="3539663" y="0"/>
                  </a:lnTo>
                  <a:cubicBezTo>
                    <a:pt x="3569728" y="0"/>
                    <a:pt x="3594100" y="24372"/>
                    <a:pt x="3594100" y="54437"/>
                  </a:cubicBezTo>
                  <a:lnTo>
                    <a:pt x="3594100" y="284301"/>
                  </a:lnTo>
                  <a:lnTo>
                    <a:pt x="3594100" y="985220"/>
                  </a:lnTo>
                  <a:lnTo>
                    <a:pt x="3955271" y="968375"/>
                  </a:lnTo>
                  <a:lnTo>
                    <a:pt x="3594100" y="1405774"/>
                  </a:lnTo>
                  <a:lnTo>
                    <a:pt x="3594100" y="1627781"/>
                  </a:lnTo>
                  <a:cubicBezTo>
                    <a:pt x="3594100" y="1657846"/>
                    <a:pt x="3569728" y="1682218"/>
                    <a:pt x="3539663" y="1682218"/>
                  </a:cubicBezTo>
                  <a:lnTo>
                    <a:pt x="3352670" y="1682218"/>
                  </a:lnTo>
                  <a:lnTo>
                    <a:pt x="3313725" y="1686144"/>
                  </a:lnTo>
                  <a:lnTo>
                    <a:pt x="2995083" y="1686144"/>
                  </a:lnTo>
                  <a:lnTo>
                    <a:pt x="2096558" y="1686144"/>
                  </a:lnTo>
                  <a:lnTo>
                    <a:pt x="280375" y="1686144"/>
                  </a:lnTo>
                  <a:lnTo>
                    <a:pt x="241430" y="1682218"/>
                  </a:lnTo>
                  <a:lnTo>
                    <a:pt x="54437" y="1682218"/>
                  </a:lnTo>
                  <a:cubicBezTo>
                    <a:pt x="24372" y="1682218"/>
                    <a:pt x="0" y="1657846"/>
                    <a:pt x="0" y="1627781"/>
                  </a:cubicBezTo>
                  <a:lnTo>
                    <a:pt x="0" y="1405774"/>
                  </a:lnTo>
                  <a:lnTo>
                    <a:pt x="0" y="1405769"/>
                  </a:lnTo>
                  <a:lnTo>
                    <a:pt x="0" y="985220"/>
                  </a:lnTo>
                  <a:lnTo>
                    <a:pt x="0" y="284301"/>
                  </a:lnTo>
                  <a:lnTo>
                    <a:pt x="0" y="54437"/>
                  </a:lnTo>
                  <a:cubicBezTo>
                    <a:pt x="0" y="24372"/>
                    <a:pt x="24372" y="0"/>
                    <a:pt x="54437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tx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25B9E74-AFB7-B4F1-59FB-9F92725DE1CA}"/>
                </a:ext>
              </a:extLst>
            </p:cNvPr>
            <p:cNvSpPr txBox="1"/>
            <p:nvPr/>
          </p:nvSpPr>
          <p:spPr>
            <a:xfrm>
              <a:off x="5516226" y="931275"/>
              <a:ext cx="1703377" cy="558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spc="100" dirty="0">
                  <a:latin typeface="Arial Nova Light" panose="020B0304020202020204" pitchFamily="34" charset="0"/>
                </a:rPr>
                <a:t>Dê um clique duplo no indicador para mais detalhes.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7B15E2D-EF2C-9C9F-99CB-4FF4D0D7B52E}"/>
              </a:ext>
            </a:extLst>
          </p:cNvPr>
          <p:cNvGrpSpPr/>
          <p:nvPr/>
        </p:nvGrpSpPr>
        <p:grpSpPr>
          <a:xfrm>
            <a:off x="3081922" y="1118396"/>
            <a:ext cx="2925837" cy="438316"/>
            <a:chOff x="6582140" y="775738"/>
            <a:chExt cx="2925837" cy="438316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410262FC-76BD-18D1-FAA0-EEBC6A84B210}"/>
                </a:ext>
              </a:extLst>
            </p:cNvPr>
            <p:cNvSpPr/>
            <p:nvPr/>
          </p:nvSpPr>
          <p:spPr>
            <a:xfrm>
              <a:off x="6582140" y="775738"/>
              <a:ext cx="2924162" cy="428400"/>
            </a:xfrm>
            <a:prstGeom prst="roundRect">
              <a:avLst>
                <a:gd name="adj" fmla="val 16849"/>
              </a:avLst>
            </a:prstGeom>
            <a:solidFill>
              <a:schemeClr val="bg1"/>
            </a:solidFill>
            <a:ln w="3175">
              <a:solidFill>
                <a:schemeClr val="tx2">
                  <a:lumMod val="50000"/>
                  <a:alpha val="2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Superiores Arredondados 10">
              <a:extLst>
                <a:ext uri="{FF2B5EF4-FFF2-40B4-BE49-F238E27FC236}">
                  <a16:creationId xmlns:a16="http://schemas.microsoft.com/office/drawing/2014/main" id="{EDFCACCF-B283-D8F5-1DD7-0D81E791FC35}"/>
                </a:ext>
              </a:extLst>
            </p:cNvPr>
            <p:cNvSpPr/>
            <p:nvPr/>
          </p:nvSpPr>
          <p:spPr>
            <a:xfrm rot="5400000">
              <a:off x="9001118" y="707196"/>
              <a:ext cx="438311" cy="575406"/>
            </a:xfrm>
            <a:prstGeom prst="round2SameRect">
              <a:avLst>
                <a:gd name="adj1" fmla="val 15678"/>
                <a:gd name="adj2" fmla="val 0"/>
              </a:avLst>
            </a:prstGeom>
            <a:solidFill>
              <a:srgbClr val="3465F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2" name="Gráfico 11" descr="Lupa com preenchimento sólido">
              <a:extLst>
                <a:ext uri="{FF2B5EF4-FFF2-40B4-BE49-F238E27FC236}">
                  <a16:creationId xmlns:a16="http://schemas.microsoft.com/office/drawing/2014/main" id="{55111E94-F0CE-CB24-AFE8-BEA518DDE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45200" y="826356"/>
              <a:ext cx="364662" cy="364662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AA7E0E47-4DE2-5E9A-5C7F-9F17DE6CFC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176" t="8050" r="50162" b="77219"/>
          <a:stretch/>
        </p:blipFill>
        <p:spPr>
          <a:xfrm>
            <a:off x="7560615" y="603318"/>
            <a:ext cx="1417016" cy="10102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C71104-A511-700E-D44C-D087946F7A6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333" b="25256" l="33380" r="54464">
                        <a14:backgroundMark x1="37422" y1="23111" x2="37422" y2="23111"/>
                        <a14:backgroundMark x1="35733" y1="23111" x2="35733" y2="23111"/>
                        <a14:backgroundMark x1="35644" y1="23111" x2="36000" y2="23378"/>
                      </a14:backgroundRemoval>
                    </a14:imgEffect>
                  </a14:imgLayer>
                </a14:imgProps>
              </a:ext>
            </a:extLst>
          </a:blip>
          <a:srcRect l="31590" t="22750" r="54528" b="75452"/>
          <a:stretch/>
        </p:blipFill>
        <p:spPr>
          <a:xfrm>
            <a:off x="7726050" y="1613578"/>
            <a:ext cx="952072" cy="1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7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5EBFD-F57F-9B58-EF34-5703CD9E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329AB6A-207B-0105-5ED9-F2BF30D53E6D}"/>
              </a:ext>
            </a:extLst>
          </p:cNvPr>
          <p:cNvSpPr/>
          <p:nvPr/>
        </p:nvSpPr>
        <p:spPr>
          <a:xfrm>
            <a:off x="2898790" y="595945"/>
            <a:ext cx="6178943" cy="6050017"/>
          </a:xfrm>
          <a:prstGeom prst="roundRect">
            <a:avLst>
              <a:gd name="adj" fmla="val 0"/>
            </a:avLst>
          </a:prstGeom>
          <a:gradFill flip="none" rotWithShape="1">
            <a:gsLst>
              <a:gs pos="42000">
                <a:schemeClr val="bg1">
                  <a:lumMod val="95000"/>
                </a:schemeClr>
              </a:gs>
              <a:gs pos="58000">
                <a:schemeClr val="bg1">
                  <a:lumMod val="85000"/>
                </a:schemeClr>
              </a:gs>
              <a:gs pos="83000">
                <a:schemeClr val="bg2"/>
              </a:gs>
            </a:gsLst>
            <a:lin ang="13500000" scaled="1"/>
            <a:tileRect/>
          </a:gradFill>
          <a:ln w="3175">
            <a:solidFill>
              <a:schemeClr val="tx2">
                <a:lumMod val="50000"/>
                <a:alpha val="40000"/>
              </a:schemeClr>
            </a:solidFill>
          </a:ln>
          <a:effectLst>
            <a:outerShdw blurRad="38100" dist="381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2FBAE78-496C-0502-EE30-06CD345AF629}"/>
              </a:ext>
            </a:extLst>
          </p:cNvPr>
          <p:cNvSpPr/>
          <p:nvPr/>
        </p:nvSpPr>
        <p:spPr>
          <a:xfrm>
            <a:off x="2898790" y="1041831"/>
            <a:ext cx="6178943" cy="5604132"/>
          </a:xfrm>
          <a:prstGeom prst="roundRect">
            <a:avLst>
              <a:gd name="adj" fmla="val 0"/>
            </a:avLst>
          </a:prstGeom>
          <a:solidFill>
            <a:schemeClr val="bg1">
              <a:alpha val="55000"/>
            </a:schemeClr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34BE31-ED40-FFC4-3996-C8D330E52091}"/>
              </a:ext>
            </a:extLst>
          </p:cNvPr>
          <p:cNvSpPr txBox="1"/>
          <p:nvPr/>
        </p:nvSpPr>
        <p:spPr>
          <a:xfrm>
            <a:off x="3076646" y="646425"/>
            <a:ext cx="29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2">
                    <a:lumMod val="10000"/>
                  </a:schemeClr>
                </a:solidFill>
                <a:latin typeface="Arial Nova Light" panose="020B0304020202020204" pitchFamily="34" charset="0"/>
              </a:rPr>
              <a:t>Glossário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76E8DEF-C225-700E-4658-C406D09B77C4}"/>
              </a:ext>
            </a:extLst>
          </p:cNvPr>
          <p:cNvSpPr/>
          <p:nvPr/>
        </p:nvSpPr>
        <p:spPr>
          <a:xfrm>
            <a:off x="3076647" y="1616156"/>
            <a:ext cx="5848236" cy="48774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617B0EB-4A45-E57F-B00B-D347A8E4FB4C}"/>
              </a:ext>
            </a:extLst>
          </p:cNvPr>
          <p:cNvGrpSpPr/>
          <p:nvPr/>
        </p:nvGrpSpPr>
        <p:grpSpPr>
          <a:xfrm>
            <a:off x="6060506" y="849333"/>
            <a:ext cx="1741728" cy="694885"/>
            <a:chOff x="5516226" y="870004"/>
            <a:chExt cx="1741728" cy="646331"/>
          </a:xfrm>
        </p:grpSpPr>
        <p:sp>
          <p:nvSpPr>
            <p:cNvPr id="2" name="Forma Livre: Forma 1">
              <a:extLst>
                <a:ext uri="{FF2B5EF4-FFF2-40B4-BE49-F238E27FC236}">
                  <a16:creationId xmlns:a16="http://schemas.microsoft.com/office/drawing/2014/main" id="{D3F0B1E6-ACBF-D6A7-4246-DB6F34412D0D}"/>
                </a:ext>
              </a:extLst>
            </p:cNvPr>
            <p:cNvSpPr/>
            <p:nvPr/>
          </p:nvSpPr>
          <p:spPr>
            <a:xfrm flipV="1">
              <a:off x="5516226" y="870004"/>
              <a:ext cx="1741728" cy="646331"/>
            </a:xfrm>
            <a:custGeom>
              <a:avLst/>
              <a:gdLst>
                <a:gd name="connsiteX0" fmla="*/ 54437 w 3955271"/>
                <a:gd name="connsiteY0" fmla="*/ 0 h 1686144"/>
                <a:gd name="connsiteX1" fmla="*/ 3539663 w 3955271"/>
                <a:gd name="connsiteY1" fmla="*/ 0 h 1686144"/>
                <a:gd name="connsiteX2" fmla="*/ 3594100 w 3955271"/>
                <a:gd name="connsiteY2" fmla="*/ 54437 h 1686144"/>
                <a:gd name="connsiteX3" fmla="*/ 3594100 w 3955271"/>
                <a:gd name="connsiteY3" fmla="*/ 284301 h 1686144"/>
                <a:gd name="connsiteX4" fmla="*/ 3594100 w 3955271"/>
                <a:gd name="connsiteY4" fmla="*/ 985220 h 1686144"/>
                <a:gd name="connsiteX5" fmla="*/ 3955271 w 3955271"/>
                <a:gd name="connsiteY5" fmla="*/ 968375 h 1686144"/>
                <a:gd name="connsiteX6" fmla="*/ 3594100 w 3955271"/>
                <a:gd name="connsiteY6" fmla="*/ 1405774 h 1686144"/>
                <a:gd name="connsiteX7" fmla="*/ 3594100 w 3955271"/>
                <a:gd name="connsiteY7" fmla="*/ 1627781 h 1686144"/>
                <a:gd name="connsiteX8" fmla="*/ 3539663 w 3955271"/>
                <a:gd name="connsiteY8" fmla="*/ 1682218 h 1686144"/>
                <a:gd name="connsiteX9" fmla="*/ 3352670 w 3955271"/>
                <a:gd name="connsiteY9" fmla="*/ 1682218 h 1686144"/>
                <a:gd name="connsiteX10" fmla="*/ 3313725 w 3955271"/>
                <a:gd name="connsiteY10" fmla="*/ 1686144 h 1686144"/>
                <a:gd name="connsiteX11" fmla="*/ 2995083 w 3955271"/>
                <a:gd name="connsiteY11" fmla="*/ 1686144 h 1686144"/>
                <a:gd name="connsiteX12" fmla="*/ 2096558 w 3955271"/>
                <a:gd name="connsiteY12" fmla="*/ 1686144 h 1686144"/>
                <a:gd name="connsiteX13" fmla="*/ 280375 w 3955271"/>
                <a:gd name="connsiteY13" fmla="*/ 1686144 h 1686144"/>
                <a:gd name="connsiteX14" fmla="*/ 241430 w 3955271"/>
                <a:gd name="connsiteY14" fmla="*/ 1682218 h 1686144"/>
                <a:gd name="connsiteX15" fmla="*/ 54437 w 3955271"/>
                <a:gd name="connsiteY15" fmla="*/ 1682218 h 1686144"/>
                <a:gd name="connsiteX16" fmla="*/ 0 w 3955271"/>
                <a:gd name="connsiteY16" fmla="*/ 1627781 h 1686144"/>
                <a:gd name="connsiteX17" fmla="*/ 0 w 3955271"/>
                <a:gd name="connsiteY17" fmla="*/ 1405774 h 1686144"/>
                <a:gd name="connsiteX18" fmla="*/ 0 w 3955271"/>
                <a:gd name="connsiteY18" fmla="*/ 1405769 h 1686144"/>
                <a:gd name="connsiteX19" fmla="*/ 0 w 3955271"/>
                <a:gd name="connsiteY19" fmla="*/ 985220 h 1686144"/>
                <a:gd name="connsiteX20" fmla="*/ 0 w 3955271"/>
                <a:gd name="connsiteY20" fmla="*/ 284301 h 1686144"/>
                <a:gd name="connsiteX21" fmla="*/ 0 w 3955271"/>
                <a:gd name="connsiteY21" fmla="*/ 54437 h 1686144"/>
                <a:gd name="connsiteX22" fmla="*/ 54437 w 3955271"/>
                <a:gd name="connsiteY22" fmla="*/ 0 h 168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55271" h="1686144">
                  <a:moveTo>
                    <a:pt x="54437" y="0"/>
                  </a:moveTo>
                  <a:lnTo>
                    <a:pt x="3539663" y="0"/>
                  </a:lnTo>
                  <a:cubicBezTo>
                    <a:pt x="3569728" y="0"/>
                    <a:pt x="3594100" y="24372"/>
                    <a:pt x="3594100" y="54437"/>
                  </a:cubicBezTo>
                  <a:lnTo>
                    <a:pt x="3594100" y="284301"/>
                  </a:lnTo>
                  <a:lnTo>
                    <a:pt x="3594100" y="985220"/>
                  </a:lnTo>
                  <a:lnTo>
                    <a:pt x="3955271" y="968375"/>
                  </a:lnTo>
                  <a:lnTo>
                    <a:pt x="3594100" y="1405774"/>
                  </a:lnTo>
                  <a:lnTo>
                    <a:pt x="3594100" y="1627781"/>
                  </a:lnTo>
                  <a:cubicBezTo>
                    <a:pt x="3594100" y="1657846"/>
                    <a:pt x="3569728" y="1682218"/>
                    <a:pt x="3539663" y="1682218"/>
                  </a:cubicBezTo>
                  <a:lnTo>
                    <a:pt x="3352670" y="1682218"/>
                  </a:lnTo>
                  <a:lnTo>
                    <a:pt x="3313725" y="1686144"/>
                  </a:lnTo>
                  <a:lnTo>
                    <a:pt x="2995083" y="1686144"/>
                  </a:lnTo>
                  <a:lnTo>
                    <a:pt x="2096558" y="1686144"/>
                  </a:lnTo>
                  <a:lnTo>
                    <a:pt x="280375" y="1686144"/>
                  </a:lnTo>
                  <a:lnTo>
                    <a:pt x="241430" y="1682218"/>
                  </a:lnTo>
                  <a:lnTo>
                    <a:pt x="54437" y="1682218"/>
                  </a:lnTo>
                  <a:cubicBezTo>
                    <a:pt x="24372" y="1682218"/>
                    <a:pt x="0" y="1657846"/>
                    <a:pt x="0" y="1627781"/>
                  </a:cubicBezTo>
                  <a:lnTo>
                    <a:pt x="0" y="1405774"/>
                  </a:lnTo>
                  <a:lnTo>
                    <a:pt x="0" y="1405769"/>
                  </a:lnTo>
                  <a:lnTo>
                    <a:pt x="0" y="985220"/>
                  </a:lnTo>
                  <a:lnTo>
                    <a:pt x="0" y="284301"/>
                  </a:lnTo>
                  <a:lnTo>
                    <a:pt x="0" y="54437"/>
                  </a:lnTo>
                  <a:cubicBezTo>
                    <a:pt x="0" y="24372"/>
                    <a:pt x="24372" y="0"/>
                    <a:pt x="54437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tx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EFE88DA-1091-0D1E-0AA9-BC71DD1328BB}"/>
                </a:ext>
              </a:extLst>
            </p:cNvPr>
            <p:cNvSpPr txBox="1"/>
            <p:nvPr/>
          </p:nvSpPr>
          <p:spPr>
            <a:xfrm>
              <a:off x="5516226" y="931275"/>
              <a:ext cx="1703377" cy="5582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spc="100" dirty="0">
                  <a:latin typeface="Arial Nova Light" panose="020B0304020202020204" pitchFamily="34" charset="0"/>
                </a:rPr>
                <a:t>Dê um clique duplo no indicador para mais detalhes.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BF69E38-68A4-C53B-A30C-5672D26112DA}"/>
              </a:ext>
            </a:extLst>
          </p:cNvPr>
          <p:cNvGrpSpPr/>
          <p:nvPr/>
        </p:nvGrpSpPr>
        <p:grpSpPr>
          <a:xfrm>
            <a:off x="3081922" y="1118396"/>
            <a:ext cx="2925837" cy="438316"/>
            <a:chOff x="6582140" y="775738"/>
            <a:chExt cx="2925837" cy="438316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49886259-A36F-6041-918A-7E50EA7FBDC0}"/>
                </a:ext>
              </a:extLst>
            </p:cNvPr>
            <p:cNvSpPr/>
            <p:nvPr/>
          </p:nvSpPr>
          <p:spPr>
            <a:xfrm>
              <a:off x="6582140" y="775738"/>
              <a:ext cx="2924162" cy="428400"/>
            </a:xfrm>
            <a:prstGeom prst="roundRect">
              <a:avLst>
                <a:gd name="adj" fmla="val 16849"/>
              </a:avLst>
            </a:prstGeom>
            <a:solidFill>
              <a:schemeClr val="bg1"/>
            </a:solidFill>
            <a:ln w="3175">
              <a:solidFill>
                <a:schemeClr val="tx2">
                  <a:lumMod val="50000"/>
                  <a:alpha val="2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Superiores Arredondados 10">
              <a:extLst>
                <a:ext uri="{FF2B5EF4-FFF2-40B4-BE49-F238E27FC236}">
                  <a16:creationId xmlns:a16="http://schemas.microsoft.com/office/drawing/2014/main" id="{CFEEE101-0279-009F-607C-76A5DAEFF04E}"/>
                </a:ext>
              </a:extLst>
            </p:cNvPr>
            <p:cNvSpPr/>
            <p:nvPr/>
          </p:nvSpPr>
          <p:spPr>
            <a:xfrm rot="5400000">
              <a:off x="9001118" y="707196"/>
              <a:ext cx="438311" cy="575406"/>
            </a:xfrm>
            <a:prstGeom prst="round2SameRect">
              <a:avLst>
                <a:gd name="adj1" fmla="val 15678"/>
                <a:gd name="adj2" fmla="val 0"/>
              </a:avLst>
            </a:prstGeom>
            <a:solidFill>
              <a:srgbClr val="3465F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2" name="Gráfico 11" descr="Lupa com preenchimento sólido">
              <a:extLst>
                <a:ext uri="{FF2B5EF4-FFF2-40B4-BE49-F238E27FC236}">
                  <a16:creationId xmlns:a16="http://schemas.microsoft.com/office/drawing/2014/main" id="{769A160C-1C30-3242-75E4-D091E8407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45200" y="826356"/>
              <a:ext cx="364662" cy="364662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9B0AABC4-05E4-6924-5CF5-E694A93941F4}"/>
                </a:ext>
              </a:extLst>
            </p:cNvPr>
            <p:cNvSpPr txBox="1"/>
            <p:nvPr/>
          </p:nvSpPr>
          <p:spPr>
            <a:xfrm>
              <a:off x="6653804" y="858224"/>
              <a:ext cx="15552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chemeClr val="bg1">
                      <a:lumMod val="50000"/>
                    </a:schemeClr>
                  </a:solidFill>
                  <a:latin typeface="Arial Nova Light" panose="020B0304020202020204" pitchFamily="34" charset="0"/>
                </a:rPr>
                <a:t>Pesquisar Indicador</a:t>
              </a:r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2ADA495B-F7EE-6330-109A-34E8FB50ED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176" t="8050" r="50162" b="77219"/>
          <a:stretch/>
        </p:blipFill>
        <p:spPr>
          <a:xfrm>
            <a:off x="7560615" y="603318"/>
            <a:ext cx="1417016" cy="10102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0302969-416C-8543-E675-3B877B9CE6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333" b="25256" l="33380" r="54464">
                        <a14:backgroundMark x1="37422" y1="23111" x2="37422" y2="23111"/>
                        <a14:backgroundMark x1="35733" y1="23111" x2="35733" y2="23111"/>
                        <a14:backgroundMark x1="35644" y1="23111" x2="36000" y2="23378"/>
                      </a14:backgroundRemoval>
                    </a14:imgEffect>
                  </a14:imgLayer>
                </a14:imgProps>
              </a:ext>
            </a:extLst>
          </a:blip>
          <a:srcRect l="31590" t="22750" r="54528" b="75452"/>
          <a:stretch/>
        </p:blipFill>
        <p:spPr>
          <a:xfrm>
            <a:off x="7726050" y="1613578"/>
            <a:ext cx="952072" cy="12329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1C969D70-C4CD-FE3D-3746-CB77F0209FEA}"/>
              </a:ext>
            </a:extLst>
          </p:cNvPr>
          <p:cNvGrpSpPr/>
          <p:nvPr/>
        </p:nvGrpSpPr>
        <p:grpSpPr>
          <a:xfrm>
            <a:off x="3382441" y="2639785"/>
            <a:ext cx="5235659" cy="2721584"/>
            <a:chOff x="778743" y="2374851"/>
            <a:chExt cx="5235659" cy="2721584"/>
          </a:xfrm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8ED9FCC-670D-37BD-F487-8EEB7F595580}"/>
                </a:ext>
              </a:extLst>
            </p:cNvPr>
            <p:cNvSpPr/>
            <p:nvPr/>
          </p:nvSpPr>
          <p:spPr>
            <a:xfrm>
              <a:off x="778743" y="2374851"/>
              <a:ext cx="5235659" cy="2721584"/>
            </a:xfrm>
            <a:prstGeom prst="roundRect">
              <a:avLst>
                <a:gd name="adj" fmla="val 0"/>
              </a:avLst>
            </a:prstGeom>
            <a:solidFill>
              <a:srgbClr val="F4F4F4"/>
            </a:solidFill>
            <a:ln w="3175">
              <a:solidFill>
                <a:schemeClr val="tx2">
                  <a:lumMod val="50000"/>
                  <a:alpha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v</a:t>
              </a: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3A713FAC-C6B7-9683-5EAC-9DFE7CABE887}"/>
                </a:ext>
              </a:extLst>
            </p:cNvPr>
            <p:cNvSpPr/>
            <p:nvPr/>
          </p:nvSpPr>
          <p:spPr>
            <a:xfrm>
              <a:off x="986971" y="3004845"/>
              <a:ext cx="4804229" cy="906039"/>
            </a:xfrm>
            <a:prstGeom prst="roundRect">
              <a:avLst>
                <a:gd name="adj" fmla="val 6568"/>
              </a:avLst>
            </a:prstGeom>
            <a:solidFill>
              <a:schemeClr val="bg1"/>
            </a:solidFill>
            <a:ln w="3175">
              <a:solidFill>
                <a:schemeClr val="tx2">
                  <a:lumMod val="50000"/>
                  <a:alpha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7B679B70-3A68-3F8F-ACD1-5D450E399D9E}"/>
                </a:ext>
              </a:extLst>
            </p:cNvPr>
            <p:cNvSpPr/>
            <p:nvPr/>
          </p:nvSpPr>
          <p:spPr>
            <a:xfrm>
              <a:off x="986971" y="4242188"/>
              <a:ext cx="4804229" cy="583684"/>
            </a:xfrm>
            <a:prstGeom prst="roundRect">
              <a:avLst>
                <a:gd name="adj" fmla="val 9923"/>
              </a:avLst>
            </a:prstGeom>
            <a:solidFill>
              <a:schemeClr val="bg1"/>
            </a:solidFill>
            <a:ln w="3175">
              <a:solidFill>
                <a:schemeClr val="tx2">
                  <a:lumMod val="50000"/>
                  <a:alpha val="4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v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96BF2EEF-9E97-181A-5C2B-F9B0D76547F7}"/>
                </a:ext>
              </a:extLst>
            </p:cNvPr>
            <p:cNvSpPr txBox="1"/>
            <p:nvPr/>
          </p:nvSpPr>
          <p:spPr>
            <a:xfrm>
              <a:off x="959066" y="2666129"/>
              <a:ext cx="1155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10000"/>
                    </a:schemeClr>
                  </a:solidFill>
                  <a:latin typeface="Arial Nova Light" panose="020B0304020202020204" pitchFamily="34" charset="0"/>
                </a:rPr>
                <a:t>Conceito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7759CE1-4F35-ABDE-62B0-B089A9737231}"/>
                </a:ext>
              </a:extLst>
            </p:cNvPr>
            <p:cNvSpPr txBox="1"/>
            <p:nvPr/>
          </p:nvSpPr>
          <p:spPr>
            <a:xfrm>
              <a:off x="959066" y="3905122"/>
              <a:ext cx="1155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2">
                      <a:lumMod val="10000"/>
                    </a:schemeClr>
                  </a:solidFill>
                  <a:latin typeface="Arial Nova Light" panose="020B0304020202020204" pitchFamily="34" charset="0"/>
                </a:rPr>
                <a:t>Cálculo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770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83EB-FE7C-B1B4-DB31-AABA460D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757604C-B582-6163-1DAD-E2D5A6023084}"/>
              </a:ext>
            </a:extLst>
          </p:cNvPr>
          <p:cNvSpPr/>
          <p:nvPr/>
        </p:nvSpPr>
        <p:spPr>
          <a:xfrm>
            <a:off x="2898790" y="595945"/>
            <a:ext cx="6178943" cy="6050017"/>
          </a:xfrm>
          <a:prstGeom prst="roundRect">
            <a:avLst>
              <a:gd name="adj" fmla="val 0"/>
            </a:avLst>
          </a:prstGeom>
          <a:gradFill flip="none" rotWithShape="1">
            <a:gsLst>
              <a:gs pos="38000">
                <a:srgbClr val="121212"/>
              </a:gs>
              <a:gs pos="62000">
                <a:srgbClr val="293337"/>
              </a:gs>
              <a:gs pos="85000">
                <a:schemeClr val="bg2">
                  <a:lumMod val="10000"/>
                </a:schemeClr>
              </a:gs>
            </a:gsLst>
            <a:lin ang="13500000" scaled="1"/>
            <a:tileRect/>
          </a:gradFill>
          <a:ln w="317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FDA51F-C3B5-4E1B-532B-3E66D0A58AF6}"/>
              </a:ext>
            </a:extLst>
          </p:cNvPr>
          <p:cNvSpPr/>
          <p:nvPr/>
        </p:nvSpPr>
        <p:spPr>
          <a:xfrm>
            <a:off x="2898790" y="1041831"/>
            <a:ext cx="6178943" cy="5604132"/>
          </a:xfrm>
          <a:prstGeom prst="roundRect">
            <a:avLst>
              <a:gd name="adj" fmla="val 0"/>
            </a:avLst>
          </a:prstGeom>
          <a:solidFill>
            <a:srgbClr val="212121"/>
          </a:solidFill>
          <a:ln w="317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27B2F9-DCA4-8007-3720-0F844BE319D3}"/>
              </a:ext>
            </a:extLst>
          </p:cNvPr>
          <p:cNvSpPr txBox="1"/>
          <p:nvPr/>
        </p:nvSpPr>
        <p:spPr>
          <a:xfrm>
            <a:off x="3076646" y="646425"/>
            <a:ext cx="29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Arial Nova Light" panose="020B0304020202020204" pitchFamily="34" charset="0"/>
              </a:rPr>
              <a:t>Glossário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9F38281-9652-3F49-0BB4-3ABD645995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76" t="8050" r="50162" b="77219"/>
          <a:stretch/>
        </p:blipFill>
        <p:spPr>
          <a:xfrm>
            <a:off x="7560615" y="603318"/>
            <a:ext cx="1417016" cy="101025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E27E494-86D8-5191-2552-AFFF24BF2063}"/>
              </a:ext>
            </a:extLst>
          </p:cNvPr>
          <p:cNvSpPr/>
          <p:nvPr/>
        </p:nvSpPr>
        <p:spPr>
          <a:xfrm>
            <a:off x="3076647" y="1616156"/>
            <a:ext cx="5848236" cy="4877409"/>
          </a:xfrm>
          <a:prstGeom prst="roundRect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B74DDDCA-1CB4-A9F4-A643-D3779C165A66}"/>
              </a:ext>
            </a:extLst>
          </p:cNvPr>
          <p:cNvSpPr/>
          <p:nvPr/>
        </p:nvSpPr>
        <p:spPr>
          <a:xfrm flipV="1">
            <a:off x="6060506" y="849333"/>
            <a:ext cx="1741728" cy="694885"/>
          </a:xfrm>
          <a:custGeom>
            <a:avLst/>
            <a:gdLst>
              <a:gd name="connsiteX0" fmla="*/ 54437 w 3955271"/>
              <a:gd name="connsiteY0" fmla="*/ 0 h 1686144"/>
              <a:gd name="connsiteX1" fmla="*/ 3539663 w 3955271"/>
              <a:gd name="connsiteY1" fmla="*/ 0 h 1686144"/>
              <a:gd name="connsiteX2" fmla="*/ 3594100 w 3955271"/>
              <a:gd name="connsiteY2" fmla="*/ 54437 h 1686144"/>
              <a:gd name="connsiteX3" fmla="*/ 3594100 w 3955271"/>
              <a:gd name="connsiteY3" fmla="*/ 284301 h 1686144"/>
              <a:gd name="connsiteX4" fmla="*/ 3594100 w 3955271"/>
              <a:gd name="connsiteY4" fmla="*/ 985220 h 1686144"/>
              <a:gd name="connsiteX5" fmla="*/ 3955271 w 3955271"/>
              <a:gd name="connsiteY5" fmla="*/ 968375 h 1686144"/>
              <a:gd name="connsiteX6" fmla="*/ 3594100 w 3955271"/>
              <a:gd name="connsiteY6" fmla="*/ 1405774 h 1686144"/>
              <a:gd name="connsiteX7" fmla="*/ 3594100 w 3955271"/>
              <a:gd name="connsiteY7" fmla="*/ 1627781 h 1686144"/>
              <a:gd name="connsiteX8" fmla="*/ 3539663 w 3955271"/>
              <a:gd name="connsiteY8" fmla="*/ 1682218 h 1686144"/>
              <a:gd name="connsiteX9" fmla="*/ 3352670 w 3955271"/>
              <a:gd name="connsiteY9" fmla="*/ 1682218 h 1686144"/>
              <a:gd name="connsiteX10" fmla="*/ 3313725 w 3955271"/>
              <a:gd name="connsiteY10" fmla="*/ 1686144 h 1686144"/>
              <a:gd name="connsiteX11" fmla="*/ 2995083 w 3955271"/>
              <a:gd name="connsiteY11" fmla="*/ 1686144 h 1686144"/>
              <a:gd name="connsiteX12" fmla="*/ 2096558 w 3955271"/>
              <a:gd name="connsiteY12" fmla="*/ 1686144 h 1686144"/>
              <a:gd name="connsiteX13" fmla="*/ 280375 w 3955271"/>
              <a:gd name="connsiteY13" fmla="*/ 1686144 h 1686144"/>
              <a:gd name="connsiteX14" fmla="*/ 241430 w 3955271"/>
              <a:gd name="connsiteY14" fmla="*/ 1682218 h 1686144"/>
              <a:gd name="connsiteX15" fmla="*/ 54437 w 3955271"/>
              <a:gd name="connsiteY15" fmla="*/ 1682218 h 1686144"/>
              <a:gd name="connsiteX16" fmla="*/ 0 w 3955271"/>
              <a:gd name="connsiteY16" fmla="*/ 1627781 h 1686144"/>
              <a:gd name="connsiteX17" fmla="*/ 0 w 3955271"/>
              <a:gd name="connsiteY17" fmla="*/ 1405774 h 1686144"/>
              <a:gd name="connsiteX18" fmla="*/ 0 w 3955271"/>
              <a:gd name="connsiteY18" fmla="*/ 1405769 h 1686144"/>
              <a:gd name="connsiteX19" fmla="*/ 0 w 3955271"/>
              <a:gd name="connsiteY19" fmla="*/ 985220 h 1686144"/>
              <a:gd name="connsiteX20" fmla="*/ 0 w 3955271"/>
              <a:gd name="connsiteY20" fmla="*/ 284301 h 1686144"/>
              <a:gd name="connsiteX21" fmla="*/ 0 w 3955271"/>
              <a:gd name="connsiteY21" fmla="*/ 54437 h 1686144"/>
              <a:gd name="connsiteX22" fmla="*/ 54437 w 3955271"/>
              <a:gd name="connsiteY22" fmla="*/ 0 h 1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55271" h="1686144">
                <a:moveTo>
                  <a:pt x="54437" y="0"/>
                </a:moveTo>
                <a:lnTo>
                  <a:pt x="3539663" y="0"/>
                </a:lnTo>
                <a:cubicBezTo>
                  <a:pt x="3569728" y="0"/>
                  <a:pt x="3594100" y="24372"/>
                  <a:pt x="3594100" y="54437"/>
                </a:cubicBezTo>
                <a:lnTo>
                  <a:pt x="3594100" y="284301"/>
                </a:lnTo>
                <a:lnTo>
                  <a:pt x="3594100" y="985220"/>
                </a:lnTo>
                <a:lnTo>
                  <a:pt x="3955271" y="968375"/>
                </a:lnTo>
                <a:lnTo>
                  <a:pt x="3594100" y="1405774"/>
                </a:lnTo>
                <a:lnTo>
                  <a:pt x="3594100" y="1627781"/>
                </a:lnTo>
                <a:cubicBezTo>
                  <a:pt x="3594100" y="1657846"/>
                  <a:pt x="3569728" y="1682218"/>
                  <a:pt x="3539663" y="1682218"/>
                </a:cubicBezTo>
                <a:lnTo>
                  <a:pt x="3352670" y="1682218"/>
                </a:lnTo>
                <a:lnTo>
                  <a:pt x="3313725" y="1686144"/>
                </a:lnTo>
                <a:lnTo>
                  <a:pt x="2995083" y="1686144"/>
                </a:lnTo>
                <a:lnTo>
                  <a:pt x="2096558" y="1686144"/>
                </a:lnTo>
                <a:lnTo>
                  <a:pt x="280375" y="1686144"/>
                </a:lnTo>
                <a:lnTo>
                  <a:pt x="241430" y="1682218"/>
                </a:lnTo>
                <a:lnTo>
                  <a:pt x="54437" y="1682218"/>
                </a:lnTo>
                <a:cubicBezTo>
                  <a:pt x="24372" y="1682218"/>
                  <a:pt x="0" y="1657846"/>
                  <a:pt x="0" y="1627781"/>
                </a:cubicBezTo>
                <a:lnTo>
                  <a:pt x="0" y="1405774"/>
                </a:lnTo>
                <a:lnTo>
                  <a:pt x="0" y="1405769"/>
                </a:lnTo>
                <a:lnTo>
                  <a:pt x="0" y="985220"/>
                </a:lnTo>
                <a:lnTo>
                  <a:pt x="0" y="284301"/>
                </a:lnTo>
                <a:lnTo>
                  <a:pt x="0" y="54437"/>
                </a:lnTo>
                <a:cubicBezTo>
                  <a:pt x="0" y="24372"/>
                  <a:pt x="24372" y="0"/>
                  <a:pt x="54437" y="0"/>
                </a:cubicBezTo>
                <a:close/>
              </a:path>
            </a:pathLst>
          </a:custGeom>
          <a:solidFill>
            <a:srgbClr val="797F81"/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565404-D4B8-26A8-9367-9204DB71D377}"/>
              </a:ext>
            </a:extLst>
          </p:cNvPr>
          <p:cNvSpPr txBox="1"/>
          <p:nvPr/>
        </p:nvSpPr>
        <p:spPr>
          <a:xfrm>
            <a:off x="6079681" y="896693"/>
            <a:ext cx="1703377" cy="600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spc="100" dirty="0">
                <a:solidFill>
                  <a:schemeClr val="bg1"/>
                </a:solidFill>
                <a:latin typeface="Arial Nova Light" panose="020B0304020202020204" pitchFamily="34" charset="0"/>
              </a:rPr>
              <a:t>Dê um clique duplo no indicador para mais detalhes.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EA8A085-2A65-D4BE-A004-E26504368E4E}"/>
              </a:ext>
            </a:extLst>
          </p:cNvPr>
          <p:cNvSpPr/>
          <p:nvPr/>
        </p:nvSpPr>
        <p:spPr>
          <a:xfrm>
            <a:off x="3081922" y="1118396"/>
            <a:ext cx="2924162" cy="428400"/>
          </a:xfrm>
          <a:prstGeom prst="roundRect">
            <a:avLst>
              <a:gd name="adj" fmla="val 16849"/>
            </a:avLst>
          </a:prstGeom>
          <a:solidFill>
            <a:schemeClr val="bg1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Superiores Arredondados 10">
            <a:extLst>
              <a:ext uri="{FF2B5EF4-FFF2-40B4-BE49-F238E27FC236}">
                <a16:creationId xmlns:a16="http://schemas.microsoft.com/office/drawing/2014/main" id="{A76001E6-FF89-B1C0-97B2-17B34A132A6E}"/>
              </a:ext>
            </a:extLst>
          </p:cNvPr>
          <p:cNvSpPr/>
          <p:nvPr/>
        </p:nvSpPr>
        <p:spPr>
          <a:xfrm rot="5400000">
            <a:off x="5500900" y="1049854"/>
            <a:ext cx="438311" cy="575406"/>
          </a:xfrm>
          <a:prstGeom prst="round2SameRect">
            <a:avLst>
              <a:gd name="adj1" fmla="val 15678"/>
              <a:gd name="adj2" fmla="val 0"/>
            </a:avLst>
          </a:prstGeom>
          <a:solidFill>
            <a:srgbClr val="002B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2" name="Gráfico 11" descr="Lupa com preenchimento sólido">
            <a:extLst>
              <a:ext uri="{FF2B5EF4-FFF2-40B4-BE49-F238E27FC236}">
                <a16:creationId xmlns:a16="http://schemas.microsoft.com/office/drawing/2014/main" id="{DDA3D0C5-D2C5-1935-864A-100490B51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4982" y="1169014"/>
            <a:ext cx="364662" cy="36466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1B42DC7-90FB-115E-C64C-48AC470510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333" b="25256" l="33380" r="54464">
                        <a14:backgroundMark x1="37422" y1="23111" x2="37422" y2="23111"/>
                        <a14:backgroundMark x1="35733" y1="23111" x2="35733" y2="23111"/>
                        <a14:backgroundMark x1="35644" y1="23111" x2="36000" y2="23378"/>
                      </a14:backgroundRemoval>
                    </a14:imgEffect>
                  </a14:imgLayer>
                </a14:imgProps>
              </a:ext>
            </a:extLst>
          </a:blip>
          <a:srcRect l="31590" t="22750" r="54528" b="75452"/>
          <a:stretch/>
        </p:blipFill>
        <p:spPr>
          <a:xfrm>
            <a:off x="7726050" y="1613578"/>
            <a:ext cx="952072" cy="1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7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2B6B-59F5-C4BB-FDFA-505AF624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E588B05-E14D-73E8-2741-6CA9CA4F4613}"/>
              </a:ext>
            </a:extLst>
          </p:cNvPr>
          <p:cNvSpPr/>
          <p:nvPr/>
        </p:nvSpPr>
        <p:spPr>
          <a:xfrm>
            <a:off x="2898790" y="595945"/>
            <a:ext cx="6178943" cy="6050017"/>
          </a:xfrm>
          <a:prstGeom prst="roundRect">
            <a:avLst>
              <a:gd name="adj" fmla="val 0"/>
            </a:avLst>
          </a:prstGeom>
          <a:gradFill flip="none" rotWithShape="1">
            <a:gsLst>
              <a:gs pos="38000">
                <a:srgbClr val="121212"/>
              </a:gs>
              <a:gs pos="62000">
                <a:srgbClr val="293337"/>
              </a:gs>
              <a:gs pos="85000">
                <a:schemeClr val="bg2">
                  <a:lumMod val="10000"/>
                </a:schemeClr>
              </a:gs>
            </a:gsLst>
            <a:lin ang="13500000" scaled="1"/>
            <a:tileRect/>
          </a:gradFill>
          <a:ln w="317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B1ADD78-CFD6-B462-BEB9-99F5117D929C}"/>
              </a:ext>
            </a:extLst>
          </p:cNvPr>
          <p:cNvSpPr/>
          <p:nvPr/>
        </p:nvSpPr>
        <p:spPr>
          <a:xfrm>
            <a:off x="2898790" y="1041831"/>
            <a:ext cx="6178943" cy="5604132"/>
          </a:xfrm>
          <a:prstGeom prst="roundRect">
            <a:avLst>
              <a:gd name="adj" fmla="val 0"/>
            </a:avLst>
          </a:prstGeom>
          <a:solidFill>
            <a:srgbClr val="212121"/>
          </a:solidFill>
          <a:ln w="3175">
            <a:solidFill>
              <a:schemeClr val="bg1">
                <a:alpha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EBDB14-36FB-387C-1F96-F8F2CFECDF3E}"/>
              </a:ext>
            </a:extLst>
          </p:cNvPr>
          <p:cNvSpPr txBox="1"/>
          <p:nvPr/>
        </p:nvSpPr>
        <p:spPr>
          <a:xfrm>
            <a:off x="3076646" y="646425"/>
            <a:ext cx="2924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  <a:latin typeface="Arial Nova Light" panose="020B0304020202020204" pitchFamily="34" charset="0"/>
              </a:rPr>
              <a:t>Glossário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F0A970-5B5E-A1F5-D433-8BB77F8AE6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76" t="8050" r="50162" b="77219"/>
          <a:stretch/>
        </p:blipFill>
        <p:spPr>
          <a:xfrm>
            <a:off x="7560615" y="603318"/>
            <a:ext cx="1417016" cy="1010259"/>
          </a:xfrm>
          <a:prstGeom prst="rect">
            <a:avLst/>
          </a:prstGeom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55F35E-9CFD-C7AB-1686-A19EED2A338C}"/>
              </a:ext>
            </a:extLst>
          </p:cNvPr>
          <p:cNvSpPr/>
          <p:nvPr/>
        </p:nvSpPr>
        <p:spPr>
          <a:xfrm>
            <a:off x="3076647" y="1616156"/>
            <a:ext cx="5848236" cy="4877409"/>
          </a:xfrm>
          <a:prstGeom prst="roundRect">
            <a:avLst>
              <a:gd name="adj" fmla="val 0"/>
            </a:avLst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416BFBC7-D351-A412-1A83-03456565B0F5}"/>
              </a:ext>
            </a:extLst>
          </p:cNvPr>
          <p:cNvSpPr/>
          <p:nvPr/>
        </p:nvSpPr>
        <p:spPr>
          <a:xfrm flipV="1">
            <a:off x="6060506" y="849333"/>
            <a:ext cx="1741728" cy="694885"/>
          </a:xfrm>
          <a:custGeom>
            <a:avLst/>
            <a:gdLst>
              <a:gd name="connsiteX0" fmla="*/ 54437 w 3955271"/>
              <a:gd name="connsiteY0" fmla="*/ 0 h 1686144"/>
              <a:gd name="connsiteX1" fmla="*/ 3539663 w 3955271"/>
              <a:gd name="connsiteY1" fmla="*/ 0 h 1686144"/>
              <a:gd name="connsiteX2" fmla="*/ 3594100 w 3955271"/>
              <a:gd name="connsiteY2" fmla="*/ 54437 h 1686144"/>
              <a:gd name="connsiteX3" fmla="*/ 3594100 w 3955271"/>
              <a:gd name="connsiteY3" fmla="*/ 284301 h 1686144"/>
              <a:gd name="connsiteX4" fmla="*/ 3594100 w 3955271"/>
              <a:gd name="connsiteY4" fmla="*/ 985220 h 1686144"/>
              <a:gd name="connsiteX5" fmla="*/ 3955271 w 3955271"/>
              <a:gd name="connsiteY5" fmla="*/ 968375 h 1686144"/>
              <a:gd name="connsiteX6" fmla="*/ 3594100 w 3955271"/>
              <a:gd name="connsiteY6" fmla="*/ 1405774 h 1686144"/>
              <a:gd name="connsiteX7" fmla="*/ 3594100 w 3955271"/>
              <a:gd name="connsiteY7" fmla="*/ 1627781 h 1686144"/>
              <a:gd name="connsiteX8" fmla="*/ 3539663 w 3955271"/>
              <a:gd name="connsiteY8" fmla="*/ 1682218 h 1686144"/>
              <a:gd name="connsiteX9" fmla="*/ 3352670 w 3955271"/>
              <a:gd name="connsiteY9" fmla="*/ 1682218 h 1686144"/>
              <a:gd name="connsiteX10" fmla="*/ 3313725 w 3955271"/>
              <a:gd name="connsiteY10" fmla="*/ 1686144 h 1686144"/>
              <a:gd name="connsiteX11" fmla="*/ 2995083 w 3955271"/>
              <a:gd name="connsiteY11" fmla="*/ 1686144 h 1686144"/>
              <a:gd name="connsiteX12" fmla="*/ 2096558 w 3955271"/>
              <a:gd name="connsiteY12" fmla="*/ 1686144 h 1686144"/>
              <a:gd name="connsiteX13" fmla="*/ 280375 w 3955271"/>
              <a:gd name="connsiteY13" fmla="*/ 1686144 h 1686144"/>
              <a:gd name="connsiteX14" fmla="*/ 241430 w 3955271"/>
              <a:gd name="connsiteY14" fmla="*/ 1682218 h 1686144"/>
              <a:gd name="connsiteX15" fmla="*/ 54437 w 3955271"/>
              <a:gd name="connsiteY15" fmla="*/ 1682218 h 1686144"/>
              <a:gd name="connsiteX16" fmla="*/ 0 w 3955271"/>
              <a:gd name="connsiteY16" fmla="*/ 1627781 h 1686144"/>
              <a:gd name="connsiteX17" fmla="*/ 0 w 3955271"/>
              <a:gd name="connsiteY17" fmla="*/ 1405774 h 1686144"/>
              <a:gd name="connsiteX18" fmla="*/ 0 w 3955271"/>
              <a:gd name="connsiteY18" fmla="*/ 1405769 h 1686144"/>
              <a:gd name="connsiteX19" fmla="*/ 0 w 3955271"/>
              <a:gd name="connsiteY19" fmla="*/ 985220 h 1686144"/>
              <a:gd name="connsiteX20" fmla="*/ 0 w 3955271"/>
              <a:gd name="connsiteY20" fmla="*/ 284301 h 1686144"/>
              <a:gd name="connsiteX21" fmla="*/ 0 w 3955271"/>
              <a:gd name="connsiteY21" fmla="*/ 54437 h 1686144"/>
              <a:gd name="connsiteX22" fmla="*/ 54437 w 3955271"/>
              <a:gd name="connsiteY22" fmla="*/ 0 h 1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55271" h="1686144">
                <a:moveTo>
                  <a:pt x="54437" y="0"/>
                </a:moveTo>
                <a:lnTo>
                  <a:pt x="3539663" y="0"/>
                </a:lnTo>
                <a:cubicBezTo>
                  <a:pt x="3569728" y="0"/>
                  <a:pt x="3594100" y="24372"/>
                  <a:pt x="3594100" y="54437"/>
                </a:cubicBezTo>
                <a:lnTo>
                  <a:pt x="3594100" y="284301"/>
                </a:lnTo>
                <a:lnTo>
                  <a:pt x="3594100" y="985220"/>
                </a:lnTo>
                <a:lnTo>
                  <a:pt x="3955271" y="968375"/>
                </a:lnTo>
                <a:lnTo>
                  <a:pt x="3594100" y="1405774"/>
                </a:lnTo>
                <a:lnTo>
                  <a:pt x="3594100" y="1627781"/>
                </a:lnTo>
                <a:cubicBezTo>
                  <a:pt x="3594100" y="1657846"/>
                  <a:pt x="3569728" y="1682218"/>
                  <a:pt x="3539663" y="1682218"/>
                </a:cubicBezTo>
                <a:lnTo>
                  <a:pt x="3352670" y="1682218"/>
                </a:lnTo>
                <a:lnTo>
                  <a:pt x="3313725" y="1686144"/>
                </a:lnTo>
                <a:lnTo>
                  <a:pt x="2995083" y="1686144"/>
                </a:lnTo>
                <a:lnTo>
                  <a:pt x="2096558" y="1686144"/>
                </a:lnTo>
                <a:lnTo>
                  <a:pt x="280375" y="1686144"/>
                </a:lnTo>
                <a:lnTo>
                  <a:pt x="241430" y="1682218"/>
                </a:lnTo>
                <a:lnTo>
                  <a:pt x="54437" y="1682218"/>
                </a:lnTo>
                <a:cubicBezTo>
                  <a:pt x="24372" y="1682218"/>
                  <a:pt x="0" y="1657846"/>
                  <a:pt x="0" y="1627781"/>
                </a:cubicBezTo>
                <a:lnTo>
                  <a:pt x="0" y="1405774"/>
                </a:lnTo>
                <a:lnTo>
                  <a:pt x="0" y="1405769"/>
                </a:lnTo>
                <a:lnTo>
                  <a:pt x="0" y="985220"/>
                </a:lnTo>
                <a:lnTo>
                  <a:pt x="0" y="284301"/>
                </a:lnTo>
                <a:lnTo>
                  <a:pt x="0" y="54437"/>
                </a:lnTo>
                <a:cubicBezTo>
                  <a:pt x="0" y="24372"/>
                  <a:pt x="24372" y="0"/>
                  <a:pt x="54437" y="0"/>
                </a:cubicBezTo>
                <a:close/>
              </a:path>
            </a:pathLst>
          </a:custGeom>
          <a:solidFill>
            <a:srgbClr val="797F81"/>
          </a:solidFill>
          <a:ln w="3175">
            <a:solidFill>
              <a:schemeClr val="tx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012F41-3874-3043-A82B-CB4F1C160D40}"/>
              </a:ext>
            </a:extLst>
          </p:cNvPr>
          <p:cNvSpPr txBox="1"/>
          <p:nvPr/>
        </p:nvSpPr>
        <p:spPr>
          <a:xfrm>
            <a:off x="6079681" y="896693"/>
            <a:ext cx="1703377" cy="600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spc="100" dirty="0">
                <a:solidFill>
                  <a:schemeClr val="bg1"/>
                </a:solidFill>
                <a:latin typeface="Arial Nova Light" panose="020B0304020202020204" pitchFamily="34" charset="0"/>
              </a:rPr>
              <a:t>Dê um clique duplo no indicador para mais detalhes.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25AAA1A-5F44-1F59-B1F8-5730663B51D8}"/>
              </a:ext>
            </a:extLst>
          </p:cNvPr>
          <p:cNvSpPr/>
          <p:nvPr/>
        </p:nvSpPr>
        <p:spPr>
          <a:xfrm>
            <a:off x="3081922" y="1118396"/>
            <a:ext cx="2924162" cy="428400"/>
          </a:xfrm>
          <a:prstGeom prst="roundRect">
            <a:avLst>
              <a:gd name="adj" fmla="val 16849"/>
            </a:avLst>
          </a:prstGeom>
          <a:solidFill>
            <a:schemeClr val="bg1">
              <a:lumMod val="50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Superiores Arredondados 10">
            <a:extLst>
              <a:ext uri="{FF2B5EF4-FFF2-40B4-BE49-F238E27FC236}">
                <a16:creationId xmlns:a16="http://schemas.microsoft.com/office/drawing/2014/main" id="{85375000-DBE0-BD56-B8EC-59B6D519D993}"/>
              </a:ext>
            </a:extLst>
          </p:cNvPr>
          <p:cNvSpPr/>
          <p:nvPr/>
        </p:nvSpPr>
        <p:spPr>
          <a:xfrm rot="5400000">
            <a:off x="5500900" y="1049854"/>
            <a:ext cx="438311" cy="575406"/>
          </a:xfrm>
          <a:prstGeom prst="round2SameRect">
            <a:avLst>
              <a:gd name="adj1" fmla="val 15678"/>
              <a:gd name="adj2" fmla="val 0"/>
            </a:avLst>
          </a:prstGeom>
          <a:solidFill>
            <a:srgbClr val="002B8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2" name="Gráfico 11" descr="Lupa com preenchimento sólido">
            <a:extLst>
              <a:ext uri="{FF2B5EF4-FFF2-40B4-BE49-F238E27FC236}">
                <a16:creationId xmlns:a16="http://schemas.microsoft.com/office/drawing/2014/main" id="{FB3025FE-B8C8-1494-9770-CB092C1A5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4982" y="1169014"/>
            <a:ext cx="364662" cy="36466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216A9A3-A0F9-4D9B-03B1-3E7887388BD9}"/>
              </a:ext>
            </a:extLst>
          </p:cNvPr>
          <p:cNvSpPr txBox="1"/>
          <p:nvPr/>
        </p:nvSpPr>
        <p:spPr>
          <a:xfrm>
            <a:off x="3153586" y="1200882"/>
            <a:ext cx="1555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200">
                <a:solidFill>
                  <a:schemeClr val="bg1">
                    <a:lumMod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pt-BR" dirty="0"/>
              <a:t>Pesquisar Indicador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38C1199-B34C-6C59-AA12-8DE1854D10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333" b="25256" l="33380" r="54464">
                        <a14:backgroundMark x1="37422" y1="23111" x2="37422" y2="23111"/>
                        <a14:backgroundMark x1="35733" y1="23111" x2="35733" y2="23111"/>
                        <a14:backgroundMark x1="35644" y1="23111" x2="36000" y2="23378"/>
                      </a14:backgroundRemoval>
                    </a14:imgEffect>
                  </a14:imgLayer>
                </a14:imgProps>
              </a:ext>
            </a:extLst>
          </a:blip>
          <a:srcRect l="31590" t="22750" r="54528" b="75452"/>
          <a:stretch/>
        </p:blipFill>
        <p:spPr>
          <a:xfrm>
            <a:off x="7726050" y="1613578"/>
            <a:ext cx="952072" cy="12329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0B90974-9818-9017-E673-DEB86BCCD3B6}"/>
              </a:ext>
            </a:extLst>
          </p:cNvPr>
          <p:cNvSpPr/>
          <p:nvPr/>
        </p:nvSpPr>
        <p:spPr>
          <a:xfrm>
            <a:off x="3389929" y="2639785"/>
            <a:ext cx="5235659" cy="2721584"/>
          </a:xfrm>
          <a:prstGeom prst="roundRect">
            <a:avLst>
              <a:gd name="adj" fmla="val 0"/>
            </a:avLst>
          </a:prstGeom>
          <a:solidFill>
            <a:srgbClr val="212121"/>
          </a:solidFill>
          <a:ln w="3175">
            <a:solidFill>
              <a:schemeClr val="bg1">
                <a:alpha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9BD0150-3FBD-D117-DB71-BC653113910A}"/>
              </a:ext>
            </a:extLst>
          </p:cNvPr>
          <p:cNvSpPr/>
          <p:nvPr/>
        </p:nvSpPr>
        <p:spPr>
          <a:xfrm>
            <a:off x="3598157" y="3269779"/>
            <a:ext cx="4804229" cy="906039"/>
          </a:xfrm>
          <a:prstGeom prst="roundRect">
            <a:avLst>
              <a:gd name="adj" fmla="val 6568"/>
            </a:avLst>
          </a:prstGeom>
          <a:solidFill>
            <a:srgbClr val="5B5B5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BDF716-8065-23F3-CDC4-68B0FD666C24}"/>
              </a:ext>
            </a:extLst>
          </p:cNvPr>
          <p:cNvSpPr/>
          <p:nvPr/>
        </p:nvSpPr>
        <p:spPr>
          <a:xfrm>
            <a:off x="3598157" y="4507122"/>
            <a:ext cx="4804229" cy="577740"/>
          </a:xfrm>
          <a:prstGeom prst="roundRect">
            <a:avLst>
              <a:gd name="adj" fmla="val 9923"/>
            </a:avLst>
          </a:prstGeom>
          <a:solidFill>
            <a:srgbClr val="5B5B5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6A0F141-A130-A8B6-2CB3-8931620DBC54}"/>
              </a:ext>
            </a:extLst>
          </p:cNvPr>
          <p:cNvSpPr txBox="1"/>
          <p:nvPr/>
        </p:nvSpPr>
        <p:spPr>
          <a:xfrm>
            <a:off x="3570252" y="2931063"/>
            <a:ext cx="1155643" cy="369332"/>
          </a:xfrm>
          <a:prstGeom prst="rect">
            <a:avLst/>
          </a:prstGeom>
          <a:noFill/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Conceito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1D13A70-FC3C-C7A3-9A7E-B372A18AC1BA}"/>
              </a:ext>
            </a:extLst>
          </p:cNvPr>
          <p:cNvSpPr txBox="1"/>
          <p:nvPr/>
        </p:nvSpPr>
        <p:spPr>
          <a:xfrm>
            <a:off x="3570252" y="4170056"/>
            <a:ext cx="1155643" cy="369332"/>
          </a:xfrm>
          <a:prstGeom prst="rect">
            <a:avLst/>
          </a:prstGeom>
          <a:noFill/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Cálculo</a:t>
            </a:r>
          </a:p>
        </p:txBody>
      </p:sp>
    </p:spTree>
    <p:extLst>
      <p:ext uri="{BB962C8B-B14F-4D97-AF65-F5344CB8AC3E}">
        <p14:creationId xmlns:p14="http://schemas.microsoft.com/office/powerpoint/2010/main" val="2767155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6B870C3D116AB448D7986F562EDB512" ma:contentTypeVersion="13" ma:contentTypeDescription="Crie um novo documento." ma:contentTypeScope="" ma:versionID="418d1e2e0ba6a3c026b5fe66c27c9454">
  <xsd:schema xmlns:xsd="http://www.w3.org/2001/XMLSchema" xmlns:xs="http://www.w3.org/2001/XMLSchema" xmlns:p="http://schemas.microsoft.com/office/2006/metadata/properties" xmlns:ns3="dc9d79ee-943e-4ce0-8398-85c7b677c589" xmlns:ns4="ebc18841-8863-4003-a524-905f9dea1062" targetNamespace="http://schemas.microsoft.com/office/2006/metadata/properties" ma:root="true" ma:fieldsID="e3b784fa5dc46ad794a4b826bac4e27c" ns3:_="" ns4:_="">
    <xsd:import namespace="dc9d79ee-943e-4ce0-8398-85c7b677c589"/>
    <xsd:import namespace="ebc18841-8863-4003-a524-905f9dea106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9d79ee-943e-4ce0-8398-85c7b677c58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18841-8863-4003-a524-905f9dea10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c9d79ee-943e-4ce0-8398-85c7b677c589" xsi:nil="true"/>
  </documentManagement>
</p:properties>
</file>

<file path=customXml/itemProps1.xml><?xml version="1.0" encoding="utf-8"?>
<ds:datastoreItem xmlns:ds="http://schemas.openxmlformats.org/officeDocument/2006/customXml" ds:itemID="{7421B9E3-7B2C-48E1-9C6D-603879D460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FEDABB-735D-4887-8B70-EBC8074086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9d79ee-943e-4ce0-8398-85c7b677c589"/>
    <ds:schemaRef ds:uri="ebc18841-8863-4003-a524-905f9dea10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20775D-293B-4AC7-8BF1-AF821C93489C}">
  <ds:schemaRefs>
    <ds:schemaRef ds:uri="dc9d79ee-943e-4ce0-8398-85c7b677c58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bc18841-8863-4003-a524-905f9dea1062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55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Arial Nova Light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Lincoln da Silva Tavares Santos</dc:creator>
  <cp:lastModifiedBy>Fernando dos Santos Santana</cp:lastModifiedBy>
  <cp:revision>21</cp:revision>
  <dcterms:created xsi:type="dcterms:W3CDTF">2024-03-07T18:54:09Z</dcterms:created>
  <dcterms:modified xsi:type="dcterms:W3CDTF">2024-03-27T15:14:14Z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0x01010036B870C3D116AB448D7986F562EDB512</vt:lpwstr>
  </property>
</Properties>
</file>